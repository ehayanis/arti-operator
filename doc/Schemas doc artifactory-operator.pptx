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2650"/>
            <a:ext cx="35091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K8S cluster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location: </a:t>
            </a:r>
            <a:r>
              <a:rPr lang="en" sz="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intranet</a:t>
            </a:r>
            <a:endParaRPr sz="8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85950" y="3160850"/>
            <a:ext cx="2451900" cy="19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kube-system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62150" y="1834750"/>
            <a:ext cx="2375700" cy="119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env1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62150" y="516950"/>
            <a:ext cx="2375700" cy="132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Project: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env1</a:t>
            </a:r>
            <a:endParaRPr sz="8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tenant: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entity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project: 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environment:</a:t>
            </a:r>
            <a:r>
              <a:rPr lang="en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env1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stages: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- scratch</a:t>
            </a:r>
            <a:endParaRPr sz="80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 - staging</a:t>
            </a:r>
            <a:endParaRPr sz="80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 - stable</a:t>
            </a:r>
            <a:endParaRPr sz="80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738200" y="0"/>
            <a:ext cx="4405800" cy="406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Artifactory server</a:t>
            </a:r>
            <a:endParaRPr sz="8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85950" y="1758550"/>
            <a:ext cx="2375700" cy="119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env1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85950" y="440750"/>
            <a:ext cx="2375700" cy="132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Project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env1</a:t>
            </a:r>
            <a:endParaRPr sz="8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tenant: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entity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project: 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environment:</a:t>
            </a:r>
            <a:r>
              <a:rPr lang="en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env1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stages: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- scratch</a:t>
            </a:r>
            <a:endParaRPr sz="80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 - staging</a:t>
            </a:r>
            <a:endParaRPr sz="80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 - stable</a:t>
            </a:r>
            <a:endParaRPr sz="80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218600" y="261750"/>
            <a:ext cx="29976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Registry: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-docker-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scratch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intranet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218600" y="656300"/>
            <a:ext cx="29976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Registry: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-docker-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staging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intranet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5218600" y="1050850"/>
            <a:ext cx="29976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Registry: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-docker-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stable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intranet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218600" y="1784750"/>
            <a:ext cx="29976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User: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intranet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_k8s_reader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5218600" y="2165750"/>
            <a:ext cx="29976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User: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intranet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_jenkins_writer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5218600" y="2546750"/>
            <a:ext cx="29976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Group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dl_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34922" y="2019500"/>
            <a:ext cx="1857000" cy="883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Secret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project-registries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.dockerconfigjson: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scratch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user: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staging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user: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sz="8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stable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user: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30875" y="3947300"/>
            <a:ext cx="2188500" cy="1086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Secret: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user-aa1bc3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labels: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creator: artifactory-operator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user: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_..._writer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password: &lt;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generated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4675" y="3566300"/>
            <a:ext cx="2188500" cy="1086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Secret: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name: user-aa1bc3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labels: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creator: artifactory-operator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user: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project1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_..._reader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password: &lt;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generated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8238725" y="2165750"/>
            <a:ext cx="713400" cy="715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R/W perms</a:t>
            </a:r>
            <a:endParaRPr sz="800"/>
          </a:p>
        </p:txBody>
      </p:sp>
      <p:sp>
        <p:nvSpPr>
          <p:cNvPr id="71" name="Google Shape;71;p13"/>
          <p:cNvSpPr/>
          <p:nvPr/>
        </p:nvSpPr>
        <p:spPr>
          <a:xfrm>
            <a:off x="8238727" y="1784750"/>
            <a:ext cx="7134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R/O perms</a:t>
            </a:r>
            <a:endParaRPr sz="800"/>
          </a:p>
        </p:txBody>
      </p:sp>
      <p:cxnSp>
        <p:nvCxnSpPr>
          <p:cNvPr id="72" name="Google Shape;72;p13"/>
          <p:cNvCxnSpPr>
            <a:stCxn id="71" idx="0"/>
            <a:endCxn id="63" idx="3"/>
          </p:cNvCxnSpPr>
          <p:nvPr/>
        </p:nvCxnSpPr>
        <p:spPr>
          <a:xfrm flipH="1" rot="5400000">
            <a:off x="8122477" y="1311800"/>
            <a:ext cx="566700" cy="379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>
            <a:stCxn id="71" idx="0"/>
            <a:endCxn id="62" idx="3"/>
          </p:cNvCxnSpPr>
          <p:nvPr/>
        </p:nvCxnSpPr>
        <p:spPr>
          <a:xfrm flipH="1" rot="5400000">
            <a:off x="7925227" y="1114550"/>
            <a:ext cx="961200" cy="379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71" idx="0"/>
            <a:endCxn id="61" idx="3"/>
          </p:cNvCxnSpPr>
          <p:nvPr/>
        </p:nvCxnSpPr>
        <p:spPr>
          <a:xfrm flipH="1" rot="5400000">
            <a:off x="7727977" y="917300"/>
            <a:ext cx="1355700" cy="379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3"/>
          <p:cNvSpPr/>
          <p:nvPr/>
        </p:nvSpPr>
        <p:spPr>
          <a:xfrm>
            <a:off x="7966324" y="857466"/>
            <a:ext cx="272400" cy="272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1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2148149" y="3474466"/>
            <a:ext cx="272400" cy="272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2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7911874" y="1979366"/>
            <a:ext cx="272400" cy="272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3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8800624" y="1979366"/>
            <a:ext cx="272400" cy="272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4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819524" y="2019491"/>
            <a:ext cx="272400" cy="272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5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80" name="Google Shape;80;p13"/>
          <p:cNvCxnSpPr>
            <a:endCxn id="71" idx="2"/>
          </p:cNvCxnSpPr>
          <p:nvPr/>
        </p:nvCxnSpPr>
        <p:spPr>
          <a:xfrm rot="10800000">
            <a:off x="8595427" y="2119250"/>
            <a:ext cx="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>
            <a:stCxn id="69" idx="3"/>
            <a:endCxn id="64" idx="1"/>
          </p:cNvCxnSpPr>
          <p:nvPr/>
        </p:nvCxnSpPr>
        <p:spPr>
          <a:xfrm flipH="1" rot="10800000">
            <a:off x="2343175" y="1952000"/>
            <a:ext cx="2875500" cy="21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3"/>
          <p:cNvCxnSpPr>
            <a:endCxn id="65" idx="1"/>
          </p:cNvCxnSpPr>
          <p:nvPr/>
        </p:nvCxnSpPr>
        <p:spPr>
          <a:xfrm flipH="1" rot="10800000">
            <a:off x="2419300" y="2333000"/>
            <a:ext cx="2799300" cy="21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3"/>
          <p:cNvSpPr txBox="1"/>
          <p:nvPr/>
        </p:nvSpPr>
        <p:spPr>
          <a:xfrm rot="719">
            <a:off x="3432899" y="3364152"/>
            <a:ext cx="1434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Passwords for created users persisted in system secrets</a:t>
            </a:r>
            <a:endParaRPr sz="1000"/>
          </a:p>
        </p:txBody>
      </p:sp>
      <p:cxnSp>
        <p:nvCxnSpPr>
          <p:cNvPr id="84" name="Google Shape;84;p13"/>
          <p:cNvCxnSpPr>
            <a:stCxn id="67" idx="3"/>
          </p:cNvCxnSpPr>
          <p:nvPr/>
        </p:nvCxnSpPr>
        <p:spPr>
          <a:xfrm flipH="1" rot="10800000">
            <a:off x="2091922" y="823400"/>
            <a:ext cx="2970000" cy="16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3"/>
          <p:cNvSpPr/>
          <p:nvPr/>
        </p:nvSpPr>
        <p:spPr>
          <a:xfrm>
            <a:off x="5076833" y="261750"/>
            <a:ext cx="143400" cy="1123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 rot="719">
            <a:off x="3385733" y="493852"/>
            <a:ext cx="1434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Creds for all </a:t>
            </a:r>
            <a:r>
              <a:rPr lang="en" sz="1000">
                <a:solidFill>
                  <a:srgbClr val="CC0000"/>
                </a:solidFill>
              </a:rPr>
              <a:t>referenced registries</a:t>
            </a:r>
            <a:r>
              <a:rPr lang="en" sz="1000"/>
              <a:t> inserted in customer NS</a:t>
            </a:r>
            <a:endParaRPr sz="1000"/>
          </a:p>
        </p:txBody>
      </p:sp>
      <p:sp>
        <p:nvSpPr>
          <p:cNvPr id="87" name="Google Shape;87;p13"/>
          <p:cNvSpPr/>
          <p:nvPr/>
        </p:nvSpPr>
        <p:spPr>
          <a:xfrm>
            <a:off x="4621750" y="4556675"/>
            <a:ext cx="455100" cy="334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3"/>
          <p:cNvSpPr txBox="1"/>
          <p:nvPr/>
        </p:nvSpPr>
        <p:spPr>
          <a:xfrm rot="494">
            <a:off x="5122900" y="4587875"/>
            <a:ext cx="20889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Created by artifactory-operator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